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4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A44"/>
                </a:solidFill>
                <a:latin typeface="Arial"/>
              </a:rPr>
              <a:t>Work per level (n = 16)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 per level</c:v>
                </c:pt>
              </c:strCache>
            </c:strRef>
          </c:tx>
          <c:spPr>
            <a:solidFill>
              <a:srgbClr val="14A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Level 0</c:v>
                  </c:pt>
                  <c:pt idx="1">
                    <c:v>Level 1</c:v>
                  </c:pt>
                  <c:pt idx="2">
                    <c:v>Level 2</c:v>
                  </c:pt>
                  <c:pt idx="3">
                    <c:v>Level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097280" cy="54864"/>
          </a:xfrm>
          <a:prstGeom prst="rect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Algorithms: Divide and Conquer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Divide and Conquer Idea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4A3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array into two halves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4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 each half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4A3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two sorted halves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an array of size 0 or 1 is already sorted.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120640" cy="33832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MERGE-SORT(A, lo, hi)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lo &lt; hi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(lo + hi) /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MERGE-SORT(A, lo, mid)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MERGE-SORT(A, mid+1, hi)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MERGE(A, lo, mid, hi)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MERGE(A, lo, mid, hi)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copy A[lo..mid] to L, A[mid+1..hi] to 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repeatedly take the smaller front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element of L or R into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append whatever remains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18872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does the real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linear time, O(n)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auxiliary array of size 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equal keys keep their order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Sorting [38, 27, 43, 3]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0972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38  27  43  3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922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792224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38  27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792224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43  3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871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4871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4871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4871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4871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821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182112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7F0EE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27  38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182112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7F0EE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3  43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770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877056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7F0EE"/>
          </a:solidFill>
          <a:ln w="12700">
            <a:solidFill>
              <a:srgbClr val="14A3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3  27  38  43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2T(n/2) + Θ(n)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tree has log₂ n + 1 levels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does about n work in merging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n × log n, so T(n) = Θ(n log 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Theorem, case 2: a = 2, b = 2, f(n) = n = n^(log_b a)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394960" y="1097280"/>
          <a:ext cx="3291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Other Sorts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188720"/>
                <a:gridCol w="1097280"/>
                <a:gridCol w="13716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Sort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guarantees O(n log n) in every case, at the cost of extra memory.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divide and conquer: split, sort recursively, merge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T(n) = 2T(n/2) + Θ(n) gives Θ(n log n)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 average and worst cases are all the same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and well suited to linked lists and external sorting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O(n) auxiliary space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Sort: Design and Analysis</dc:title>
  <dc:subject>PptxGenJS Presentation</dc:subject>
  <dc:creator>Claude (Anthropic)</dc:creator>
  <cp:lastModifiedBy>Claude (Anthropic)</cp:lastModifiedBy>
  <cp:revision>1</cp:revision>
  <dcterms:created xsi:type="dcterms:W3CDTF">2026-10-19T16:55:38Z</dcterms:created>
  <dcterms:modified xsi:type="dcterms:W3CDTF">2026-10-19T16:55:38Z</dcterms:modified>
</cp:coreProperties>
</file>